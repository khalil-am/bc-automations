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70E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70E4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182880"/>
            <a:ext cx="1737360" cy="60350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40B30">
              <a:alpha val="6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2194560" cy="75895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200400" y="2194560"/>
            <a:ext cx="8503920" cy="2560320"/>
          </a:xfrm>
          <a:prstGeom prst="rect">
            <a:avLst/>
          </a:prstGeom>
          <a:solidFill>
            <a:srgbClr val="070E4F">
              <a:alpha val="40000"/>
            </a:srgbClr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3200400" y="22860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تقرير حالة المشاريع الحرجة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32004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E8EDF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تاريخ التصدير: 12-05-2025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3200400" y="4846320"/>
            <a:ext cx="4572000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70E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محتويات التقرير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657600" cy="36576"/>
          </a:xfrm>
          <a:prstGeom prst="rect">
            <a:avLst/>
          </a:prstGeom>
          <a:solidFill>
            <a:srgbClr val="070E4F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371600"/>
              </a:tblGrid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أداء المشاريع المتأخره</a:t>
                      </a:r>
                      <a:endParaRPr lang="en-US" sz="18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18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الاداء المالي المتأخر</a:t>
                      </a:r>
                      <a:endParaRPr lang="en-US" sz="18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</a:t>
                      </a:r>
                      <a:endParaRPr lang="en-US" sz="18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المهام المتأخره</a:t>
                      </a:r>
                      <a:endParaRPr lang="en-US" sz="18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</a:t>
                      </a:r>
                      <a:endParaRPr lang="en-US" sz="18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التحديات</a:t>
                      </a:r>
                      <a:endParaRPr lang="en-US" sz="18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</a:t>
                      </a:r>
                      <a:endParaRPr lang="en-US" sz="18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70E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أداء المشاريع المتأخره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36576"/>
          </a:xfrm>
          <a:prstGeom prst="rect">
            <a:avLst/>
          </a:prstGeom>
          <a:solidFill>
            <a:srgbClr val="070E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B3A8C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ملخص أداء المشاريع حسب الإداره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الأداء الفعلي</a:t>
                      </a:r>
                      <a:endParaRPr lang="en-US" sz="13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نوع المشروع</a:t>
                      </a:r>
                      <a:endParaRPr lang="en-US" sz="13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اسم المشروع</a:t>
                      </a:r>
                      <a:endParaRPr lang="en-US" sz="13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مدير الاداره</a:t>
                      </a:r>
                      <a:endParaRPr lang="en-US" sz="13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الاداره</a:t>
                      </a:r>
                      <a:endParaRPr lang="en-US" sz="13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80%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مرن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1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الاسم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اداره 1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70%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غير مرن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2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الاسم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اداره 1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60%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غير مرن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3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الاسم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اداره 1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80%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مرن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4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الاسم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اداره 2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70%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غير مرن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5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الاسم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اداره 2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60%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مرن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6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الاسم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اداره 2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70E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الاداء المالي المتأخر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36576"/>
          </a:xfrm>
          <a:prstGeom prst="rect">
            <a:avLst/>
          </a:prstGeom>
          <a:solidFill>
            <a:srgbClr val="070E4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463040"/>
                <a:gridCol w="1463040"/>
                <a:gridCol w="173736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حالة مؤشر الأداء المالي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المنصرف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المخطط صرفه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مستحق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الميزانية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مدير المشروع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اسم المشروع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وجدان أنور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1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ندى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2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ندى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3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ندى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ندى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5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ندى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6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ندى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7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0.00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ندى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مشروع 8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70E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المهام المتأخره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36576"/>
          </a:xfrm>
          <a:prstGeom prst="rect">
            <a:avLst/>
          </a:prstGeom>
          <a:solidFill>
            <a:srgbClr val="070E4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16128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286000"/>
                <a:gridCol w="2286000"/>
                <a:gridCol w="19202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الحالة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الإنجاز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تاريخ النهاية المخطط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تاريخ البداية المخطط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الشخص المسؤول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العنوان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10%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نورة صلاح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العنوان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10%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نورة صلاح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العنوان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10%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نورة صلاح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العنوان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10%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نورة صلاح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العنوان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10%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نورة صلاح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العنوان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10%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نورة صلاح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العنوان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10%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نورة صلاح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العنوان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10%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نورة صلاح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العنوان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متأخر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10%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نورة صلاح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العنوان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70E4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التحديات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36576"/>
          </a:xfrm>
          <a:prstGeom prst="rect">
            <a:avLst/>
          </a:prstGeom>
          <a:solidFill>
            <a:srgbClr val="070E4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الحالة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التصنيف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تاريخ الاستحقاق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المسؤول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اسم التحدي</a:t>
                      </a:r>
                      <a:endParaRPr lang="en-US" sz="12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فعالة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مرتفع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مها ضياء الدين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خطر 1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فعالة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مرتفع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مها ضياء الدين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خطر 2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فعالة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مرتفع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مها ضياء الدين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خطر 3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فعالة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مرتفع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مها ضياء الدين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خطر 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فعالة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مرتفع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مها ضياء الدين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خطر 5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فعالة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مرتفع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مها ضياء الدين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خطر 6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فعالة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مرتفع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مها ضياء الدين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خطر 7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فعالة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مرتفع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مها ضياء الدين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خطر 8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فعالة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مرتفع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مها ضياء الدين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خطر 9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فعالة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مرتفع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10-02-2024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مها ضياء الدين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70E4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خطر 10</a:t>
                      </a:r>
                      <a:endParaRPr lang="en-US" sz="11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40B30">
              <a:alpha val="6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2194560" cy="7589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2286000"/>
            <a:ext cx="12161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شكراً</a:t>
            </a:r>
            <a:endParaRPr lang="en-US" sz="7200" dirty="0"/>
          </a:p>
        </p:txBody>
      </p:sp>
      <p:sp>
        <p:nvSpPr>
          <p:cNvPr id="6" name="Shape 2"/>
          <p:cNvSpPr/>
          <p:nvPr/>
        </p:nvSpPr>
        <p:spPr>
          <a:xfrm>
            <a:off x="4709160" y="4754880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حالة المشاريع الحرجة</dc:title>
  <dc:subject>PptxGenJS Presentation</dc:subject>
  <dc:creator>MHC</dc:creator>
  <cp:lastModifiedBy>MHC</cp:lastModifiedBy>
  <cp:revision>1</cp:revision>
  <dcterms:created xsi:type="dcterms:W3CDTF">2026-03-30T05:33:45Z</dcterms:created>
  <dcterms:modified xsi:type="dcterms:W3CDTF">2026-03-30T05:33:45Z</dcterms:modified>
</cp:coreProperties>
</file>